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000" b="1">
                <a:solidFill>
                  <a:srgbClr val="0078D7"/>
                </a:solidFill>
                <a:latin typeface="Segoe UI"/>
              </a:rPr>
              <a:t>מערכת "המשכיר"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333333"/>
                </a:solidFill>
                <a:latin typeface="Segoe UI"/>
              </a:rPr>
              <a:t>פרויקט גמר | אפיון מערכת | יולי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תקציר מנהלים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מערכת Desktop לניהול והזמנת דירות לשכירות קצרה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שלושה תפקידים: שוכר, משכיר (בעל דירה), מנהל מערכת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ארכיטקטורה: WPF Client + WCF Server + BL + DAL + EF6 + LocalDB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מטרות המערכת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חיפוש והזמנה — שוכר מוצא דירה ומזמין לפי תאריך ומחיר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ניהול נכסים — משכיר מפרסם דירות ומעלה תמונות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ניהול מערכת — מנהל שולט בכל הנתונים (CRUD מלא)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הפרדת תפקידים — כל משתמש רואה רק מה שמותר לו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ארכיטקטורה טכנית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שכבות המערכת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Presentation — WpfRentingApartementRacheli (מסכים, ניווט, Session)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Service — Server / IService1 (חוזה WCF, CRUD)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Host — Host.exe (הרצת שירות, Seed Data, כניסת מנהל)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Business Logic — BL (המרות DTO, חוקי עסק, תמונות)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Data Access — DAL (Entity Framework 6, Include)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DTO — אובייקטי העברה בין שכבות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מסד נתונים — RentingAppartmentRacheli.mdf (LocalDB)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תמונות — תיקיית Pictures (קבצים + שם ב-DB)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זרימת נתונים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WPF Client  ←→  Host.exe (WCF)  ←→  Service1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Service1  →  BL  →  DAL  →  LocalDB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תמונות: Client שולח bytes → Server שומר ב-Pictures → DB שומר שם קובץ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כתובת שרת: localhost:8733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מודל נתונים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10 ישויות במערכת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Areas — אזורים גיאוגרפיים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Cities — ערים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StreetsNames — רחובות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AraesCitiesStreet — קישור אזור-עיר-רחוב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Apartments — דירות לשכירות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Extras — תוספות (WiFi, חניה, מיזוג…)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ExtrasApartements — קישור תוספת לדירה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Images — תמונות לדירה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Hirers — שוכרים (ת.ז.)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Rentings — הזמנות / השכרות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קשרים עיקריים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Apartment ← City, Street, Images, Extras, Rentings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Renting ← Hirer + Apartment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AraesCitiesStreet — לסינון גיאוגרפי בחיפוש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שדות מפתח בדירה: מחיר, מיטות, סטטוס, בעלים, טלפון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תפקידים והרשאות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שוכר (Hirer)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כניסה: תעודת זהות (5–9 ספרות + בדיקת ספרת ביקורת)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רישום: שם בעברית + טלפון נייד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יכולות: חיפוש, סינון, הזמנה, צפייה ב"ההזמנות שלי"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מסכים: pageLogin → PSearch → pageRenting → MyRentingsPage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בדיקה: ת.ז. 123456782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משכיר (Owner)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כניסה: שם בעלים + טלפון (NameOwner + PhoneOwner)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רישום: הוספת דירה ראשונה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יכולות: הוספה/עריכה של הדירות שלו, תמונות, צפייה בהזמנות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מסכים: OwnerLoginPage → OwnerDashboardPage → PAdd / Image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בדיקה: דוד כהן / 0501234567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מנהל (Manager)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כניסה: admin / 1234 (Host App.config)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יכולות: CRUD מלא על כל 10 הישויות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מסכים: ManagerLoginPage → ManagerPage → All* / AddManager*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מחיקה עם תלויות — הודעת שגיאה בעברית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זרימות משתמש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UC-01: חיפוש והזמנה (שוכר)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1. התחברות בת.ז.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2. סינון: אזור, עיר, רחוב, מחיר, מיטות, תאריך, תוספת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3. צפייה בכרטיסי דירות + תמונה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4. הזמנה: מיטות, תאריך, פרטי אשראי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5. בדיקת זמינות + קיבולת + ולידציה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6. שמירת Renting + חזרה לחיפוש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UC-02 / UC-03: משכיר ומנהל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משכיר: לוח בקרה → הוספת/עריכת דירה → העלאת תמונה (בחר + שמור)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מנהל: כניסה admin → תפריט 10 ישויות → רשימה/הוספה/עדכון/מחיקה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סדר מחיקה מומלץ: הזמנות → תמונות → תוספות → דירה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כללי עסק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BR-01: SumPayment = MinimumPrice + (ExtraForBed × SumBeds)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BR-02: דירה תפוסה אם יש הזמנה באותו יום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BR-03: בחיפוש — רק דירות עם Status = true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BR-04: תמונה בכרטיס — פעילה (Stataus = true)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BR-05: אשראי — ולידציה בלבד, ללא חיוב אמיתי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BR-06: תמונה — קובץ ב-Pictures, DB שומר שם קובץ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ולידציות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IsId — ת.ז. שוכר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isHebrewRule — שם בעברית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IsCellPhone — טלפון נייד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כרטיס אשראי — 16 ספרות, CVV 3 ספרות, תוקף MM/YY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מצב נוכחי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מה עובד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3 תפקידים עם הפרדת הרשאות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CRUD מלא למנהל על 10 ישויות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חיפוש עם סינון מתקדם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הזמנה עם ולידציית אשראי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העלאת תמונות (DB + Pictures)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עברית + RTL, תיקוני bugs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מגבלות ידועות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Session בזיכרון — אין persistence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מנהל — סיסמה ב-config בלבד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תשלום מדומה — אין סליקה אמיתית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LocalDB — DB מקומי לכל מחשב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WCF / EF6 — טכנולוגיה legacy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egoe UI"/>
              </a:rPr>
              <a:t>הצעות לשיפור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שיפורים מיידיים (לפני הגשה)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ComboBox דירה — הצגה ברורה (עיר, רחוב, טלפון)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הודעות UX — בחר תמונה vs שמור תמונה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Thumbnail בתצוגת תמונות למנהל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בדיקת Host — הודעה אם השרת לא רץ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רענון אוטומטי אחרי שמירה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שיפורים בינוניים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גלריית תמונות לדירה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סינון תוספות מרובות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טווח תאריכים (check-in / check-out)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דוחות מנהל — הכנסות, פופולריות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Unit Tests ל-BL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Logging לשגיאות שרת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שדרוג ארוך טווח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ASP.NET Core Web API במקום WCF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אפליקציית Web / Mobile (React, Blazor, MAUI)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SQL Server / Azure SQL — DB מרכזי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Azure Blob Storage — תמונות בענן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JWT Authentication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סליקה אמיתית (Stripe / Tranzila)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התראות SMS/Email, דירוגים, מפת Google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SWOT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חוזקות: ארכיטקטורה שכבתית, 3 תפקידים, CRUD, ולידציות, עברית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חולשות: Session מקומי, WCF ישן, DB מקומי, UX בסיסי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הזדמנויות: Web, סליקה, אפליקציית נייד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איומים: אובדן נתונים, קושי scale, תלות ב-Host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0078D7"/>
                </a:solidFill>
                <a:latin typeface="Segoe UI"/>
              </a:rPr>
              <a:t>הרצה ותשתיות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1. Host.exe (חובה לפני WPF)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2. WpfRentingApartementRacheli.exe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DB: RentingAppartmentRacheli.mdf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תמונות: Pictures\</a:t>
            </a:r>
          </a:p>
          <a:p>
            <a:pPr algn="r"/>
            <a:r>
              <a:rPr sz="1600" b="0">
                <a:solidFill>
                  <a:srgbClr val="333333"/>
                </a:solidFill>
                <a:latin typeface="Segoe UI"/>
              </a:rPr>
              <a:t>• Git: github.com/shira-214/RACHEL-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4000" b="1">
                <a:solidFill>
                  <a:srgbClr val="0078D7"/>
                </a:solidFill>
                <a:latin typeface="Segoe UI"/>
              </a:rPr>
              <a:t>תודה!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333333"/>
                </a:solidFill>
                <a:latin typeface="Segoe UI"/>
              </a:rPr>
              <a:t>מערכת "המשכיר" — פרויקט גמר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